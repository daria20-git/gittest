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94660"/>
  </p:normalViewPr>
  <p:slideViewPr>
    <p:cSldViewPr snapToGrid="0">
      <p:cViewPr varScale="1">
        <p:scale>
          <a:sx n="62" d="100"/>
          <a:sy n="62" d="100"/>
        </p:scale>
        <p:origin x="7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7D098-B688-4B30-B1EA-F1B4BF205DA5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A81DD2-C8D2-49D3-912A-FE2F03A6C1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0640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81DD2-C8D2-49D3-912A-FE2F03A6C141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2404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CE8DCB-A768-0E4B-B8CC-3411F0F7CE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A9E885B-5EB2-EFB4-7921-3C80E3F45C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590452-03E5-6CF6-C3D1-561A5B8A0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F1D7-344C-4A29-B4A4-2981AB253B97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CA709B-E681-9E5F-3F1B-305B8F364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755970-AB12-DCBD-2D48-F4B477AC4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9A3D-A81E-47FB-821D-F6EB80A511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8552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1B7533-CC56-851D-4D23-F1E2708A9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371A4A-4A7A-69FF-F08D-C207900B9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3783DF-F144-7562-3AF3-D7D7CE5E1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F1D7-344C-4A29-B4A4-2981AB253B97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0447ED-5D87-BF10-65CE-DA833B1B8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133BB5-EFE2-A5FB-15AE-B62E51842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9A3D-A81E-47FB-821D-F6EB80A511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534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500B23-0D3D-BDA4-C7E1-2E61F0869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7AA00DD-6933-DB3A-1381-CFF007C3E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FC94A7-9CB3-8FE9-3387-26EF655F6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F1D7-344C-4A29-B4A4-2981AB253B97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015F93-A679-8A3F-3FF1-EB235773F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5B66AF-4B81-2A9A-3C2D-A44DBB710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9A3D-A81E-47FB-821D-F6EB80A511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4083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D60A68-8D0A-23AD-B889-F7FF76D67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93651C-28FD-147B-9820-3F85098CD8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349EA69-CDC5-42F9-C952-F662D6B68C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2B756E2-E42A-4135-06A9-4ABE1F5FB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F1D7-344C-4A29-B4A4-2981AB253B97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B7C159-4096-D171-0034-2E798A2DE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F7D2156-C518-6AF8-CC8F-2F58E0DB6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9A3D-A81E-47FB-821D-F6EB80A511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1285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4A5EFD-E757-5163-BC01-9155B587B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748AC41-B885-B975-E39A-EC9DB0B0D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D1EC5F9-8336-5EFD-92FF-64CDA1C3BE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363F451-3FC4-05D4-4896-CBCBF29249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B83934D-AB9A-FC5E-68B0-B3384853A8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0B174BB-D2E6-2EDD-5700-AAF0BBB5C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F1D7-344C-4A29-B4A4-2981AB253B97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D31951D-E09C-5C9C-0F0D-9C6988120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3780A07-9BFE-F6D0-F443-E805A2ABE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9A3D-A81E-47FB-821D-F6EB80A511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6833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BBE804-8B68-4AB0-F145-F909C8B2C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EFF75C4-BF2B-6F32-3B8B-C5E95B4B2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F1D7-344C-4A29-B4A4-2981AB253B97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781B459-4B60-FA14-4045-A6979BF92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1F14A67-8BE1-EC34-840D-95D3B73F7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9A3D-A81E-47FB-821D-F6EB80A511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1204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5BBAC54-59F3-D74F-1655-3D8E429F2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F1D7-344C-4A29-B4A4-2981AB253B97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1C3BC69-335C-CCC3-126C-3808AEF9C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088D45F-0A8A-3CBF-F521-D10A0C752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9A3D-A81E-47FB-821D-F6EB80A511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3475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7BED3B-05D5-BAD7-784D-EE7D2C422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2E718F-4DA9-FB9E-5662-A95A98269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97B51CF-36C5-E4D5-DDBD-5D9EB9162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F53B367-C837-AD04-B99A-D060B2CD5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F1D7-344C-4A29-B4A4-2981AB253B97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6B418C9-F768-690E-EA4E-3BFF6095F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87A463C-E7AC-0A81-40E3-D6E3C7E9F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9A3D-A81E-47FB-821D-F6EB80A511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2951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76DE77-D202-FEEF-C093-EE229655E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79F996A-7539-46D2-82D9-DAFF37A9E4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F4987CA-112C-3A02-7835-6F348C5679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B424DCF-0230-49CB-1999-7B1FB9B6A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F1D7-344C-4A29-B4A4-2981AB253B97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EDD0C7-69C5-149C-A3A8-A597D1E05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06D8FA6-AA60-DFB0-8570-AE402229A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9A3D-A81E-47FB-821D-F6EB80A511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0614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5F11F1-FCE5-F748-DDD4-3531A3183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A966972-F228-5780-8BD6-27C1B8BB00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BC1273-32AE-2D28-21BE-C282497F3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F1D7-344C-4A29-B4A4-2981AB253B97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BCD186-84CA-540E-5E55-77DE419EA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DE2D2C-77CA-145F-58FD-A4A42B6ED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9A3D-A81E-47FB-821D-F6EB80A511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2458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8BA58B5-99EA-E7CD-5F95-59AC606482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F48EBA0-2CB3-B116-0122-35AEAE4334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0F32DB-6F14-56B4-320C-DC52321D7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F1D7-344C-4A29-B4A4-2981AB253B97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FA42FB-D867-17B6-FFF5-2DFBB0CF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562E68-EB9A-8704-4460-CFE7AC968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9A3D-A81E-47FB-821D-F6EB80A511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7380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9E5277-CC2D-98BB-FA81-F715D31A5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541C2B2-D535-31B0-2262-C974577CD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626676-A368-96D7-6F97-0D76AC3C2F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79F1D7-344C-4A29-B4A4-2981AB253B97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8B07A3-45AD-E9BA-CFB9-D87318595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5845E8-03F6-805D-E377-59FA783BD0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A79A3D-A81E-47FB-821D-F6EB80A511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7651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D0698E-28CD-3EB0-96C9-FB3FE6C40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21377"/>
            <a:ext cx="9144000" cy="2387600"/>
          </a:xfrm>
        </p:spPr>
        <p:txBody>
          <a:bodyPr>
            <a:normAutofit/>
          </a:bodyPr>
          <a:lstStyle/>
          <a:p>
            <a:r>
              <a:rPr lang="ru-RU" b="1"/>
              <a:t>Назначение </a:t>
            </a:r>
            <a:r>
              <a:rPr lang="ru-RU" b="1" dirty="0"/>
              <a:t>и функции операционных систем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9E5FC84-3E83-C894-CF59-73E88EEA5D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84626"/>
            <a:ext cx="9144000" cy="1655762"/>
          </a:xfrm>
        </p:spPr>
        <p:txBody>
          <a:bodyPr/>
          <a:lstStyle/>
          <a:p>
            <a:r>
              <a:rPr lang="ru-RU" dirty="0"/>
              <a:t>Презентацию подготовила студентка 2 курса группы БПИ241 Сайженкова Даша</a:t>
            </a:r>
          </a:p>
        </p:txBody>
      </p:sp>
    </p:spTree>
    <p:extLst>
      <p:ext uri="{BB962C8B-B14F-4D97-AF65-F5344CB8AC3E}">
        <p14:creationId xmlns:p14="http://schemas.microsoft.com/office/powerpoint/2010/main" val="1245840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506ADE-E8A5-E0B6-ADED-B1E631E8A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Что такое операционная система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9AA753-6DDB-4FDB-00AE-8855FFA21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2874517"/>
          </a:xfrm>
        </p:spPr>
        <p:txBody>
          <a:bodyPr/>
          <a:lstStyle/>
          <a:p>
            <a:pPr marL="0" indent="0">
              <a:buNone/>
            </a:pPr>
            <a:r>
              <a:rPr lang="ru-RU" i="1" dirty="0"/>
              <a:t>Операционная система </a:t>
            </a:r>
            <a:r>
              <a:rPr lang="ru-RU" dirty="0"/>
              <a:t>— это тип системного программного обеспечения, который управляет всеми ресурсами компьютера. Она контролирует и отслеживает выполнение всех программ, находящихся на компьютере, включая прикладные. Операционная система предоставляет пользователю удобный интерфейс для работы с любым приложением и работает как канал связи между системным оборудованием и софтом.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843DB027-1CFE-82E4-B4A3-81A3756DBF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2203" y="4700142"/>
            <a:ext cx="3135273" cy="17927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2532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6A23B8-406A-2B83-A995-4E417D268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Назначение ОС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D51DBE-0CD4-B814-3AA0-BF39FFEDD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ОС выполняет роль посредника между пользователем и компьютером. </a:t>
            </a:r>
          </a:p>
          <a:p>
            <a:pPr marL="0" indent="0">
              <a:buNone/>
            </a:pPr>
            <a:r>
              <a:rPr lang="ru-RU" dirty="0"/>
              <a:t>Она управляет всеми ресурсами: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i="1" dirty="0"/>
              <a:t>физическими</a:t>
            </a:r>
            <a:r>
              <a:rPr lang="ru-RU" dirty="0"/>
              <a:t> (процессор, видеокарта, память, жёсткий диск)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i="1" dirty="0"/>
              <a:t>программными</a:t>
            </a:r>
            <a:r>
              <a:rPr lang="ru-RU" dirty="0"/>
              <a:t> (браузер для работы в интернете, Word для редактирования текстов). </a:t>
            </a:r>
          </a:p>
          <a:p>
            <a:pPr marL="0" indent="0">
              <a:buNone/>
            </a:pPr>
            <a:r>
              <a:rPr lang="ru-RU" dirty="0"/>
              <a:t>Цель ОС— обеспечить функционирование и правильную координацию процессов устройства</a:t>
            </a:r>
            <a:r>
              <a:rPr lang="en-US"/>
              <a:t>.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A4B1627-822E-7378-B73D-94FCD2D67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7550" y="2913857"/>
            <a:ext cx="9525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290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D04301-8767-035A-7119-63A7971BB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Виды ОС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47E0DF-E886-CE6C-F48D-AB1BD4B9F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798" y="1517400"/>
            <a:ext cx="5257800" cy="4351338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Настольные — предназначены для персональных компьютеров и ноутбуков, ориентированы на взаимодействие с одним пользователем (Windows, </a:t>
            </a:r>
            <a:r>
              <a:rPr lang="ru-RU" dirty="0" err="1"/>
              <a:t>macOS</a:t>
            </a:r>
            <a:r>
              <a:rPr lang="ru-RU" dirty="0"/>
              <a:t>, настольные дистрибутивы Linux).</a:t>
            </a:r>
          </a:p>
          <a:p>
            <a:r>
              <a:rPr lang="ru-RU" dirty="0"/>
              <a:t>Мобильные — оптимизированы для работы на смартфонах, планшетах и носимых устройствах (</a:t>
            </a:r>
            <a:r>
              <a:rPr lang="ru-RU" dirty="0" err="1"/>
              <a:t>Android</a:t>
            </a:r>
            <a:r>
              <a:rPr lang="ru-RU" dirty="0"/>
              <a:t>, </a:t>
            </a:r>
            <a:r>
              <a:rPr lang="ru-RU" dirty="0" err="1"/>
              <a:t>iOS</a:t>
            </a:r>
            <a:r>
              <a:rPr lang="ru-RU" dirty="0"/>
              <a:t>, </a:t>
            </a:r>
            <a:r>
              <a:rPr lang="ru-RU" dirty="0" err="1"/>
              <a:t>HarmonyOS</a:t>
            </a:r>
            <a:r>
              <a:rPr lang="ru-RU" dirty="0"/>
              <a:t>).</a:t>
            </a:r>
          </a:p>
          <a:p>
            <a:r>
              <a:rPr lang="ru-RU" dirty="0"/>
              <a:t>Серверные — разработаны для обеспечения работы серверов с высокой нагрузкой, многопользовательским доступом и повышенными требованиями к безопасности (Windows Server, различные серверные дистрибутивы Linux, FreeBSD).</a:t>
            </a:r>
          </a:p>
          <a:p>
            <a:pPr marL="0" indent="0">
              <a:buNone/>
            </a:pPr>
            <a:endParaRPr lang="ru-RU" b="1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DE3D5166-01FA-54C1-328D-50CCA0C49D72}"/>
              </a:ext>
            </a:extLst>
          </p:cNvPr>
          <p:cNvSpPr txBox="1">
            <a:spLocks/>
          </p:cNvSpPr>
          <p:nvPr/>
        </p:nvSpPr>
        <p:spPr>
          <a:xfrm>
            <a:off x="6631969" y="3114676"/>
            <a:ext cx="4721831" cy="374284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200" dirty="0"/>
              <a:t>Встраиваемые — компактные системы для работы на специализированных устройствах с ограниченными ресурсами (умные часы, промышленное оборудование, медицинские приборы).</a:t>
            </a:r>
          </a:p>
          <a:p>
            <a:r>
              <a:rPr lang="ru-RU" sz="2200" dirty="0"/>
              <a:t>Реального времени (RTOS) — системы с гарантированным временем отклика, критичные для управления промышленными процессами, транспортными средствами, медицинским оборудованием.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b="1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F5EE261-1DCB-CF41-A1AF-C879CFA0F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674" y="5239340"/>
            <a:ext cx="952500" cy="9525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565B9C3-C453-5366-16C4-D4A6F162C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0" y="3114676"/>
            <a:ext cx="952500" cy="9525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F0942EE-8729-9C4B-FF90-631629CA6F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8069" y="1459412"/>
            <a:ext cx="9525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867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672BD69-A05B-5714-9106-081919A64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670" y="1910993"/>
            <a:ext cx="5295472" cy="4561726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Управление процессами — запуск, завершение, распределение процессорного времени между программами.</a:t>
            </a:r>
          </a:p>
          <a:p>
            <a:r>
              <a:rPr lang="ru-RU" dirty="0"/>
              <a:t>Управление памятью — выделение, освобождение и контроль оперативной памяти.</a:t>
            </a:r>
          </a:p>
          <a:p>
            <a:r>
              <a:rPr lang="ru-RU" dirty="0"/>
              <a:t>Файловая система — организация хранения, поиска, создания, удаления файлов и каталогов.</a:t>
            </a:r>
          </a:p>
          <a:p>
            <a:r>
              <a:rPr lang="ru-RU" dirty="0"/>
              <a:t>Ввод-вывод — взаимодействие с клавиатурой, мышью, экраном, принтерами и др..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BFE3256B-89C6-EA26-3292-199FA8BB8BC5}"/>
              </a:ext>
            </a:extLst>
          </p:cNvPr>
          <p:cNvSpPr txBox="1">
            <a:spLocks/>
          </p:cNvSpPr>
          <p:nvPr/>
        </p:nvSpPr>
        <p:spPr>
          <a:xfrm>
            <a:off x="6410859" y="1910993"/>
            <a:ext cx="5137935" cy="456172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Обеспечение многозадачности — одновременная работа нескольких программ.</a:t>
            </a:r>
          </a:p>
          <a:p>
            <a:r>
              <a:rPr lang="ru-RU" dirty="0"/>
              <a:t>Обеспечение безопасности — контроль доступа к файлам и программам.</a:t>
            </a:r>
          </a:p>
          <a:p>
            <a:r>
              <a:rPr lang="ru-RU" dirty="0"/>
              <a:t>Сетевое взаимодействие — поддержка передачи данных по локальным и глобальным сетям.</a:t>
            </a:r>
          </a:p>
          <a:p>
            <a:r>
              <a:rPr lang="ru-RU" dirty="0"/>
              <a:t>Диалог с пользователем — графический (GUI) или командный (CLI) интерфейс.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B9D3E066-BB67-5E7F-B143-B1178D7FDDC2}"/>
              </a:ext>
            </a:extLst>
          </p:cNvPr>
          <p:cNvSpPr txBox="1">
            <a:spLocks/>
          </p:cNvSpPr>
          <p:nvPr/>
        </p:nvSpPr>
        <p:spPr>
          <a:xfrm>
            <a:off x="2166243" y="525693"/>
            <a:ext cx="7229797" cy="1231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           </a:t>
            </a:r>
            <a:r>
              <a:rPr lang="ru-RU" sz="3200" dirty="0"/>
              <a:t>Некоторые функции операционной системы: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1BAE4E4-001B-777F-AB3F-DD1F3E6C0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359" y="3239356"/>
            <a:ext cx="9525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139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5566DA-DC35-150A-4267-070ABB406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957F9F-1164-A501-C5DC-2F11E6D52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92955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Операционная система играет ключевую роль в функционировании современных компьютерных систем, обеспечивая эффективное использование аппаратных ресурсов, безопасность данных и удобство взаимодействия пользователя с устройством. Она управляет всеми аспектами работы компьютера, начиная от распределения памяти и планирования задач до поддержки графического интерфейса и защиты от угроз.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C283AB2-18DE-CD94-F595-F1D60C484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065" y="4818580"/>
            <a:ext cx="1459145" cy="1459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88387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396</Words>
  <Application>Microsoft Office PowerPoint</Application>
  <PresentationFormat>Широкоэкранный</PresentationFormat>
  <Paragraphs>28</Paragraphs>
  <Slides>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Courier New</vt:lpstr>
      <vt:lpstr>Тема Office</vt:lpstr>
      <vt:lpstr>Назначение и функции операционных систем</vt:lpstr>
      <vt:lpstr>Что такое операционная система</vt:lpstr>
      <vt:lpstr>Назначение ОС</vt:lpstr>
      <vt:lpstr>Виды ОС</vt:lpstr>
      <vt:lpstr>Презентация PowerPoint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Даша Сайженкова</dc:creator>
  <cp:lastModifiedBy>Даша Сайженкова</cp:lastModifiedBy>
  <cp:revision>8</cp:revision>
  <dcterms:created xsi:type="dcterms:W3CDTF">2026-02-18T08:02:28Z</dcterms:created>
  <dcterms:modified xsi:type="dcterms:W3CDTF">2026-05-06T15:27:19Z</dcterms:modified>
</cp:coreProperties>
</file>